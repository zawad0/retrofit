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image" Target="../media/image-4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HUVA\Documents\Web Development Project\retrofit\client\src\assets\hero.png">    </p:cNvPr>
          <p:cNvPicPr>
            <a:picLocks noChangeAspect="1"/>
          </p:cNvPicPr>
          <p:nvPr/>
        </p:nvPicPr>
        <p:blipFill>
          <a:blip r:embed="rId1"/>
          <a:srcRect l="138814" r="-138814" t="0" b="0"/>
          <a:stretch/>
        </p:blipFill>
        <p:spPr>
          <a:xfrm>
            <a:off x="7086600" y="0"/>
            <a:ext cx="51050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86600" y="0"/>
            <a:ext cx="5105095" cy="6858000"/>
          </a:xfrm>
          <a:prstGeom prst="rect">
            <a:avLst/>
          </a:prstGeom>
          <a:solidFill>
            <a:srgbClr val="17382E">
              <a:alpha val="52000"/>
            </a:srgbClr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pic>
        <p:nvPicPr>
          <p:cNvPr id="4" name="Image 1" descr="C:\Users\SHUVA\Documents\Web Development Project\retrofit\client\src\assets\retrofit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621792" y="475488"/>
            <a:ext cx="1554480" cy="3931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8368" y="1444752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sustainable marketplace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pre-owned fashion.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694944" y="3273552"/>
            <a:ext cx="5212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9E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connects people who want to pass on quality clothing with shoppers looking for affordable style.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685800" y="4754880"/>
            <a:ext cx="987552" cy="27432"/>
          </a:xfrm>
          <a:prstGeom prst="rect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94944" y="49651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EDC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PRESENTATION  •  2026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94944" y="608076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9E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Fashion with a future.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clothing should not become waste.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is designed around a simple opportunity: make reuse visible, affordable, and easy.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505456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many quality garments leave wardrobes without finding a new owner.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40080" y="367588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the same time, students and budget-conscious shoppers need stylish options at accessible prices.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02352" y="2468880"/>
            <a:ext cx="10973" cy="3310128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pic>
        <p:nvPicPr>
          <p:cNvPr id="10" name="Image 0" descr="C:\Users\SHUVA\Documents\Web Development Project\retrofit\client\src\assets\community\community-aesthetic.jpg">    </p:cNvPr>
          <p:cNvPicPr>
            <a:picLocks noChangeAspect="1"/>
          </p:cNvPicPr>
          <p:nvPr/>
        </p:nvPicPr>
        <p:blipFill>
          <a:blip r:embed="rId1"/>
          <a:srcRect l="217986" r="-217986" t="71237" b="-71237"/>
          <a:stretch/>
        </p:blipFill>
        <p:spPr>
          <a:xfrm>
            <a:off x="5541264" y="2423160"/>
            <a:ext cx="2542032" cy="3401568"/>
          </a:xfrm>
          <a:prstGeom prst="rect">
            <a:avLst/>
          </a:prstGeom>
        </p:spPr>
      </p:pic>
      <p:pic>
        <p:nvPicPr>
          <p:cNvPr id="11" name="Image 1" descr="C:\Users\SHUVA\Documents\Web Development Project\retrofit\client\src\assets\community\community-courtyard.jpg">    </p:cNvPr>
          <p:cNvPicPr>
            <a:picLocks noChangeAspect="1"/>
          </p:cNvPicPr>
          <p:nvPr/>
        </p:nvPicPr>
        <p:blipFill>
          <a:blip r:embed="rId2"/>
          <a:srcRect l="302667" r="-302667" t="71237" b="-71237"/>
          <a:stretch/>
        </p:blipFill>
        <p:spPr>
          <a:xfrm>
            <a:off x="8302752" y="2423160"/>
            <a:ext cx="2743200" cy="340156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59552" y="592531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5559552" y="6117336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garments  →  thoughtful shoppers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RetroFit gives pre-loved fashion a clear next step.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responsive marketplace experience that supports discovery, transparency, and circulation.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pic>
        <p:nvPicPr>
          <p:cNvPr id="7" name="Image 0" descr="C:\Users\SHUVA\Documents\Web Development Project\retrofit\client\src\assets\women-hero.jpg">    </p:cNvPr>
          <p:cNvPicPr>
            <a:picLocks noChangeAspect="1"/>
          </p:cNvPicPr>
          <p:nvPr/>
        </p:nvPicPr>
        <p:blipFill>
          <a:blip r:embed="rId1"/>
          <a:srcRect l="16268" r="-16268" t="64824" b="-64824"/>
          <a:stretch/>
        </p:blipFill>
        <p:spPr>
          <a:xfrm>
            <a:off x="621792" y="2359152"/>
            <a:ext cx="3822192" cy="36393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5138928"/>
            <a:ext cx="3822192" cy="859536"/>
          </a:xfrm>
          <a:prstGeom prst="rect">
            <a:avLst/>
          </a:prstGeom>
          <a:solidFill>
            <a:srgbClr val="12372A">
              <a:alpha val="87000"/>
            </a:srgbClr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9536" y="535838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9536" y="5559552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FF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categories and detailed products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10912" y="2468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marketplace brings together: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10912" y="3072384"/>
            <a:ext cx="109728" cy="109728"/>
          </a:xfrm>
          <a:prstGeom prst="ellipse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66944" y="29992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Affordable finds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266944" y="32735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Pre-owned styles across women, men, and kids.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10912" y="3904488"/>
            <a:ext cx="109728" cy="109728"/>
          </a:xfrm>
          <a:prstGeom prst="ellipse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266944" y="383133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information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66944" y="4105656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Price, size, material, condition, and use history.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10912" y="4736592"/>
            <a:ext cx="109728" cy="109728"/>
          </a:xfrm>
          <a:prstGeom prst="ellipse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266944" y="46634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selling pathway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266944" y="49377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easy request form to start rehoming an item.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JOURNEY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experience is simple for both sides of the marketplace.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interaction moves clothing closer to its next useful life.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2148840" cy="18288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906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53872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Women, Men, and Kids collections by category.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834640"/>
            <a:ext cx="2148840" cy="18288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30906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474720" y="353872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 product to check price, brand, size, material, and condition.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834640"/>
            <a:ext cx="2148840" cy="18288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0906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Save or buy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353872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favourite finds to wishlist or place them in the cart.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24688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0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0" y="2834640"/>
            <a:ext cx="2148840" cy="18288"/>
          </a:xfrm>
          <a:prstGeom prst="rect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0" y="30906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Sell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144000" y="3538728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clothing details and a photo through the selling form.</a:t>
            </a:r>
            <a:endParaRPr lang="en-US" sz="1300" dirty="0"/>
          </a:p>
        </p:txBody>
      </p:sp>
      <p:pic>
        <p:nvPicPr>
          <p:cNvPr id="23" name="Image 0" descr="C:\Users\SHUVA\Documents\Web Development Project\retrofit\client\src\assets\products\sarees\monipuri-purple.jpg">    </p:cNvPr>
          <p:cNvPicPr>
            <a:picLocks noChangeAspect="1"/>
          </p:cNvPicPr>
          <p:nvPr/>
        </p:nvPicPr>
        <p:blipFill>
          <a:blip r:embed="rId1"/>
          <a:srcRect l="29661" r="-29661" t="625556" b="-625556"/>
          <a:stretch/>
        </p:blipFill>
        <p:spPr>
          <a:xfrm>
            <a:off x="640080" y="5148072"/>
            <a:ext cx="2157984" cy="822960"/>
          </a:xfrm>
          <a:prstGeom prst="rect">
            <a:avLst/>
          </a:prstGeom>
        </p:spPr>
      </p:pic>
      <p:pic>
        <p:nvPicPr>
          <p:cNvPr id="24" name="Image 1" descr="C:\Users\SHUVA\Documents\Web Development Project\retrofit\client\src\assets\products\shirts\white-linen.jpg">    </p:cNvPr>
          <p:cNvPicPr>
            <a:picLocks noChangeAspect="1"/>
          </p:cNvPicPr>
          <p:nvPr/>
        </p:nvPicPr>
        <p:blipFill>
          <a:blip r:embed="rId2"/>
          <a:srcRect l="161017" r="-161017" t="625556" b="-625556"/>
          <a:stretch/>
        </p:blipFill>
        <p:spPr>
          <a:xfrm>
            <a:off x="3474720" y="5148072"/>
            <a:ext cx="2157984" cy="822960"/>
          </a:xfrm>
          <a:prstGeom prst="rect">
            <a:avLst/>
          </a:prstGeom>
        </p:spPr>
      </p:pic>
      <p:pic>
        <p:nvPicPr>
          <p:cNvPr id="25" name="Image 2" descr="C:\Users\SHUVA\Documents\Web Development Project\retrofit\client\src\assets\products\newborn\pink-bow-romper.jpg">    </p:cNvPr>
          <p:cNvPicPr>
            <a:picLocks noChangeAspect="1"/>
          </p:cNvPicPr>
          <p:nvPr/>
        </p:nvPicPr>
        <p:blipFill>
          <a:blip r:embed="rId3"/>
          <a:srcRect l="292373" r="-292373" t="625556" b="-625556"/>
          <a:stretch/>
        </p:blipFill>
        <p:spPr>
          <a:xfrm>
            <a:off x="6309360" y="5148072"/>
            <a:ext cx="2157984" cy="822960"/>
          </a:xfrm>
          <a:prstGeom prst="rect">
            <a:avLst/>
          </a:prstGeom>
        </p:spPr>
      </p:pic>
      <p:pic>
        <p:nvPicPr>
          <p:cNvPr id="26" name="Image 3" descr="C:\Users\SHUVA\Documents\Web Development Project\retrofit\client\src\assets\products\kurtis\ruby-red.jpg">    </p:cNvPr>
          <p:cNvPicPr>
            <a:picLocks noChangeAspect="1"/>
          </p:cNvPicPr>
          <p:nvPr/>
        </p:nvPicPr>
        <p:blipFill>
          <a:blip r:embed="rId4"/>
          <a:srcRect l="423729" r="-423729" t="625556" b="-625556"/>
          <a:stretch/>
        </p:blipFill>
        <p:spPr>
          <a:xfrm>
            <a:off x="9144000" y="5148072"/>
            <a:ext cx="2157984" cy="82296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current product already delivers a polished shopping flow.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focuses on product discovery and a clear, trust-building presentation.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pic>
        <p:nvPicPr>
          <p:cNvPr id="7" name="Image 0" descr="C:\Users\SHUVA\Documents\Web Development Project\retrofit\client\src\assets\homepage.jpg">    </p:cNvPr>
          <p:cNvPicPr>
            <a:picLocks noChangeAspect="1"/>
          </p:cNvPicPr>
          <p:nvPr/>
        </p:nvPicPr>
        <p:blipFill>
          <a:blip r:embed="rId1"/>
          <a:srcRect l="11525" r="-11525" t="65482" b="-65482"/>
          <a:stretch/>
        </p:blipFill>
        <p:spPr>
          <a:xfrm>
            <a:off x="621792" y="2359152"/>
            <a:ext cx="5394960" cy="3602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55664" y="2441448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729984" y="2441448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navigation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705088" y="2441448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Women, Men, and Kids sections with category filters.</a:t>
            </a:r>
            <a:endParaRPr lang="en-US" sz="1260" dirty="0"/>
          </a:p>
        </p:txBody>
      </p:sp>
      <p:sp>
        <p:nvSpPr>
          <p:cNvPr id="11" name="Text 8"/>
          <p:cNvSpPr/>
          <p:nvPr/>
        </p:nvSpPr>
        <p:spPr>
          <a:xfrm>
            <a:off x="6455664" y="3246120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729984" y="324612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details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705088" y="3246120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 view with image zoom and key garment attributes.</a:t>
            </a:r>
            <a:endParaRPr lang="en-US" sz="1260" dirty="0"/>
          </a:p>
        </p:txBody>
      </p:sp>
      <p:sp>
        <p:nvSpPr>
          <p:cNvPr id="14" name="Text 11"/>
          <p:cNvSpPr/>
          <p:nvPr/>
        </p:nvSpPr>
        <p:spPr>
          <a:xfrm>
            <a:off x="6455664" y="4050792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729984" y="405079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Shopping actions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705088" y="4050792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Wishlist, cart, search, and newsletter interactions.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6455664" y="48554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729984" y="485546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styling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705088" y="4855464"/>
            <a:ext cx="2423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6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Layouts adapt for desktop and mobile screens.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MERN foundation supports the marketplace.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implemented backend exposes a focused product API while the React app powers the interface.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2587752"/>
            <a:ext cx="2999232" cy="27432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8895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3310128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 8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Responsive CSS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79392" y="2587752"/>
            <a:ext cx="2999232" cy="27432"/>
          </a:xfrm>
          <a:prstGeom prst="rect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28895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279392" y="3310128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 4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CORS + dotenv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936992" y="2587752"/>
            <a:ext cx="2999232" cy="27432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6992" y="28895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936992" y="3310128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Mongoose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schema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" y="5148072"/>
            <a:ext cx="10972800" cy="18288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53949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1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PRODUCT ENDPOINTS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" y="5715000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/api/products     GET  /api/products/:id     POST  /api/products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separates the customer experience from product data.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client–API–database path keeps responsibilities clear as the product grows.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670048" y="4014216"/>
            <a:ext cx="1527048" cy="27432"/>
          </a:xfrm>
          <a:prstGeom prst="rect">
            <a:avLst/>
          </a:prstGeom>
          <a:solidFill>
            <a:srgbClr val="657269"/>
          </a:solidFill>
          <a:ln w="12700">
            <a:solidFill>
              <a:srgbClr val="65726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0256" y="4014216"/>
            <a:ext cx="1527048" cy="27432"/>
          </a:xfrm>
          <a:prstGeom prst="rect">
            <a:avLst/>
          </a:prstGeom>
          <a:solidFill>
            <a:srgbClr val="657269"/>
          </a:solidFill>
          <a:ln w="12700">
            <a:solidFill>
              <a:srgbClr val="65726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50792" y="3886200"/>
            <a:ext cx="164592" cy="256032"/>
          </a:xfrm>
          <a:prstGeom prst="chevron">
            <a:avLst/>
          </a:prstGeom>
          <a:solidFill>
            <a:srgbClr val="657269"/>
          </a:solidFill>
          <a:ln w="12700">
            <a:solidFill>
              <a:srgbClr val="657269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3886200"/>
            <a:ext cx="164592" cy="256032"/>
          </a:xfrm>
          <a:prstGeom prst="chevron">
            <a:avLst/>
          </a:prstGeom>
          <a:solidFill>
            <a:srgbClr val="657269"/>
          </a:solidFill>
          <a:ln w="12700">
            <a:solidFill>
              <a:srgbClr val="65726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2834640"/>
            <a:ext cx="2898648" cy="2231136"/>
          </a:xfrm>
          <a:prstGeom prst="rect">
            <a:avLst/>
          </a:prstGeom>
          <a:solidFill>
            <a:srgbClr val="FFFDF8"/>
          </a:solidFill>
          <a:ln w="12700">
            <a:solidFill>
              <a:srgbClr val="FFFDF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834640"/>
            <a:ext cx="2898648" cy="36576"/>
          </a:xfrm>
          <a:prstGeom prst="rect">
            <a:avLst/>
          </a:prstGeom>
          <a:solidFill>
            <a:srgbClr val="12372A"/>
          </a:solidFill>
          <a:ln w="12700">
            <a:solidFill>
              <a:srgbClr val="12372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2278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+ Vite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32688" y="3785616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browsing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Cart &amp; wishlist UI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 request flow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36008" y="2834640"/>
            <a:ext cx="2898648" cy="2231136"/>
          </a:xfrm>
          <a:prstGeom prst="rect">
            <a:avLst/>
          </a:prstGeom>
          <a:solidFill>
            <a:srgbClr val="F6E9E4"/>
          </a:solidFill>
          <a:ln w="12700">
            <a:solidFill>
              <a:srgbClr val="F6E9E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36008" y="2834640"/>
            <a:ext cx="2898648" cy="36576"/>
          </a:xfrm>
          <a:prstGeom prst="rect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32278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 API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82896" y="3785616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handlers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validation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86216" y="2834640"/>
            <a:ext cx="2898648" cy="2231136"/>
          </a:xfrm>
          <a:prstGeom prst="rect">
            <a:avLst/>
          </a:prstGeom>
          <a:solidFill>
            <a:srgbClr val="EEF1EA"/>
          </a:solidFill>
          <a:ln w="12700">
            <a:solidFill>
              <a:srgbClr val="EEF1EA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86216" y="2834640"/>
            <a:ext cx="2898648" cy="36576"/>
          </a:xfrm>
          <a:prstGeom prst="rect">
            <a:avLst/>
          </a:prstGeom>
          <a:solidFill>
            <a:srgbClr val="17382E"/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33104" y="322783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833104" y="3785616"/>
            <a:ext cx="2249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records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Price &amp; condition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URL fields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5800" y="5586984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deployment target: Vercel for the frontend • Render for the backend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Frontend: a branded, responsive shopping experience.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React single-page interface manages navigation and interaction state without leaving the marketplace.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pic>
        <p:nvPicPr>
          <p:cNvPr id="7" name="Image 0" descr="C:\Users\SHUVA\Documents\Web Development Project\retrofit\client\src\assets\women-hero.jpg">    </p:cNvPr>
          <p:cNvPicPr>
            <a:picLocks noChangeAspect="1"/>
          </p:cNvPicPr>
          <p:nvPr/>
        </p:nvPicPr>
        <p:blipFill>
          <a:blip r:embed="rId1"/>
          <a:srcRect l="21118" r="-21118" t="65316" b="-65316"/>
          <a:stretch/>
        </p:blipFill>
        <p:spPr>
          <a:xfrm>
            <a:off x="621792" y="2359152"/>
            <a:ext cx="2944368" cy="3611880"/>
          </a:xfrm>
          <a:prstGeom prst="rect">
            <a:avLst/>
          </a:prstGeom>
        </p:spPr>
      </p:pic>
      <p:pic>
        <p:nvPicPr>
          <p:cNvPr id="8" name="Image 1" descr="C:\Users\SHUVA\Documents\Web Development Project\retrofit\client\src\assets\men-hero.jpg">    </p:cNvPr>
          <p:cNvPicPr>
            <a:picLocks noChangeAspect="1"/>
          </p:cNvPicPr>
          <p:nvPr/>
        </p:nvPicPr>
        <p:blipFill>
          <a:blip r:embed="rId2"/>
          <a:srcRect l="123602" r="-123602" t="65316" b="-65316"/>
          <a:stretch/>
        </p:blipFill>
        <p:spPr>
          <a:xfrm>
            <a:off x="3639312" y="2359152"/>
            <a:ext cx="2944368" cy="3611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59168" y="24688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React frontend manages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7086600" y="3122676"/>
            <a:ext cx="91440" cy="91440"/>
          </a:xfrm>
          <a:prstGeom prst="ellipse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333488" y="305409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state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9098280" y="305409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Home, collection, category, search, and How It Works views.</a:t>
            </a:r>
            <a:endParaRPr lang="en-US" sz="1130" dirty="0"/>
          </a:p>
        </p:txBody>
      </p:sp>
      <p:sp>
        <p:nvSpPr>
          <p:cNvPr id="13" name="Shape 9"/>
          <p:cNvSpPr/>
          <p:nvPr/>
        </p:nvSpPr>
        <p:spPr>
          <a:xfrm>
            <a:off x="7086600" y="3762756"/>
            <a:ext cx="91440" cy="91440"/>
          </a:xfrm>
          <a:prstGeom prst="ellipse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333488" y="369417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Interaction state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9098280" y="369417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products, image zoom, cart, wishlist, and modals.</a:t>
            </a:r>
            <a:endParaRPr lang="en-US" sz="1130" dirty="0"/>
          </a:p>
        </p:txBody>
      </p:sp>
      <p:sp>
        <p:nvSpPr>
          <p:cNvPr id="16" name="Shape 12"/>
          <p:cNvSpPr/>
          <p:nvPr/>
        </p:nvSpPr>
        <p:spPr>
          <a:xfrm>
            <a:off x="7086600" y="4402836"/>
            <a:ext cx="91440" cy="91440"/>
          </a:xfrm>
          <a:prstGeom prst="ellipse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333488" y="433425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rendering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9098280" y="433425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product cards backed by catalog data and filters.</a:t>
            </a:r>
            <a:endParaRPr lang="en-US" sz="1130" dirty="0"/>
          </a:p>
        </p:txBody>
      </p:sp>
      <p:sp>
        <p:nvSpPr>
          <p:cNvPr id="19" name="Shape 15"/>
          <p:cNvSpPr/>
          <p:nvPr/>
        </p:nvSpPr>
        <p:spPr>
          <a:xfrm>
            <a:off x="7086600" y="5042916"/>
            <a:ext cx="91440" cy="91440"/>
          </a:xfrm>
          <a:prstGeom prst="ellipse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333488" y="4974336"/>
            <a:ext cx="1664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layout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9098280" y="497433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media queries keep the experience usable on mobile.</a:t>
            </a:r>
            <a:endParaRPr lang="en-US" sz="1130" dirty="0"/>
          </a:p>
        </p:txBody>
      </p:sp>
      <p:sp>
        <p:nvSpPr>
          <p:cNvPr id="22" name="Shape 18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Backend: Express routes organise product operations.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API focuses on product retrieval and listing creation, with a clean controller–model separation.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31720" y="3694176"/>
            <a:ext cx="7479792" cy="27432"/>
          </a:xfrm>
          <a:prstGeom prst="rect">
            <a:avLst/>
          </a:prstGeom>
          <a:solidFill>
            <a:srgbClr val="657269"/>
          </a:solidFill>
          <a:ln w="12700">
            <a:solidFill>
              <a:srgbClr val="65726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3547872"/>
            <a:ext cx="228600" cy="228600"/>
          </a:xfrm>
          <a:prstGeom prst="ellipse">
            <a:avLst/>
          </a:prstGeom>
          <a:solidFill>
            <a:srgbClr val="17382E"/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5237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2880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productRoutes.js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42245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GET and POST endpoints.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080760" y="3547872"/>
            <a:ext cx="228600" cy="228600"/>
          </a:xfrm>
          <a:prstGeom prst="ellipse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53128" y="25237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53128" y="2880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productController.js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72584" y="42245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requests, responses, and errors.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875520" y="3547872"/>
            <a:ext cx="228600" cy="228600"/>
          </a:xfrm>
          <a:prstGeom prst="ellipse">
            <a:avLst/>
          </a:prstGeom>
          <a:solidFill>
            <a:srgbClr val="17382E"/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25237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47888" y="2880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Product.js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67344" y="422452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Enforces MongoDB product fields.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67512" y="5330952"/>
            <a:ext cx="10789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Middleware: express.json() parses incoming request data • CORS supports frontend access • dotenv loads environment configuration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Database: the product model captures the information shoppers need.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MongoDB stores a flexible product document, while Mongoose validates key listing fields.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395728"/>
            <a:ext cx="3685032" cy="3520440"/>
          </a:xfrm>
          <a:prstGeom prst="rect">
            <a:avLst/>
          </a:prstGeom>
          <a:solidFill>
            <a:srgbClr val="F3EEE5"/>
          </a:solidFill>
          <a:ln w="12700">
            <a:solidFill>
              <a:srgbClr val="F3EEE5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688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15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DOCUMENT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96112" y="30632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896112" y="3547872"/>
            <a:ext cx="3136392" cy="18288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767328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size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imageUrl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 / updatedAt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82896" y="25420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rules protect the listing quality.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892040" y="32369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6336792" y="323697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name, description, price, category, size, and condition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4892040" y="384962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 values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6336792" y="384962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category: Men / Women / Kids / Accessories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4892040" y="44622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Condition options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6336792" y="446227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/ Like New / Good / Fair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4892040" y="50749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Timestamps</a:t>
            </a:r>
            <a:endParaRPr lang="en-US" sz="1420" dirty="0"/>
          </a:p>
        </p:txBody>
      </p:sp>
      <p:sp>
        <p:nvSpPr>
          <p:cNvPr id="20" name="Text 18"/>
          <p:cNvSpPr/>
          <p:nvPr/>
        </p:nvSpPr>
        <p:spPr>
          <a:xfrm>
            <a:off x="6336792" y="50749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Mongoose records creation and update time automatically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flow: a product request moves cleanly through the system.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pattern connects the visual website to persistent product records.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78992" y="3822192"/>
            <a:ext cx="10012680" cy="27432"/>
          </a:xfrm>
          <a:prstGeom prst="rect">
            <a:avLst/>
          </a:prstGeom>
          <a:solidFill>
            <a:srgbClr val="657269"/>
          </a:solidFill>
          <a:ln w="12700">
            <a:solidFill>
              <a:srgbClr val="657269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92224" y="3685032"/>
            <a:ext cx="274320" cy="274320"/>
          </a:xfrm>
          <a:prstGeom prst="ellipse">
            <a:avLst/>
          </a:prstGeom>
          <a:solidFill>
            <a:srgbClr val="17382E"/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42516" y="3721608"/>
            <a:ext cx="173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76656" y="26060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Shopper action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41248" y="43616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a collection or submit a new listing.</a:t>
            </a:r>
            <a:endParaRPr lang="en-US" sz="1260" dirty="0"/>
          </a:p>
        </p:txBody>
      </p:sp>
      <p:sp>
        <p:nvSpPr>
          <p:cNvPr id="12" name="Shape 10"/>
          <p:cNvSpPr/>
          <p:nvPr/>
        </p:nvSpPr>
        <p:spPr>
          <a:xfrm>
            <a:off x="4626864" y="3685032"/>
            <a:ext cx="274320" cy="274320"/>
          </a:xfrm>
          <a:prstGeom prst="ellipse">
            <a:avLst/>
          </a:prstGeom>
          <a:solidFill>
            <a:srgbClr val="BD6042"/>
          </a:solidFill>
          <a:ln w="12700">
            <a:solidFill>
              <a:srgbClr val="BD604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77156" y="3721608"/>
            <a:ext cx="173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511296" y="26060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request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75888" y="43616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client calls the API endpoint.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7461504" y="3685032"/>
            <a:ext cx="274320" cy="274320"/>
          </a:xfrm>
          <a:prstGeom prst="ellipse">
            <a:avLst/>
          </a:prstGeom>
          <a:solidFill>
            <a:srgbClr val="17382E"/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1796" y="3721608"/>
            <a:ext cx="173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345936" y="26060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Express controller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510528" y="43616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server validates and processes the request.</a:t>
            </a:r>
            <a:endParaRPr lang="en-US" sz="1260" dirty="0"/>
          </a:p>
        </p:txBody>
      </p:sp>
      <p:sp>
        <p:nvSpPr>
          <p:cNvPr id="20" name="Shape 18"/>
          <p:cNvSpPr/>
          <p:nvPr/>
        </p:nvSpPr>
        <p:spPr>
          <a:xfrm>
            <a:off x="10296144" y="3685032"/>
            <a:ext cx="274320" cy="274320"/>
          </a:xfrm>
          <a:prstGeom prst="ellipse">
            <a:avLst/>
          </a:prstGeom>
          <a:solidFill>
            <a:srgbClr val="17382E"/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46436" y="3721608"/>
            <a:ext cx="173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180576" y="260604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response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345168" y="436168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database returns saved product data.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31520" y="5532120"/>
            <a:ext cx="10744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123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/api/products  →  browse catalog     •     GET /api/products/:id  →  open details     •     POST /api/products  →  create listing</a:t>
            </a:r>
            <a:endParaRPr lang="en-US" sz="1330" dirty="0"/>
          </a:p>
        </p:txBody>
      </p:sp>
      <p:sp>
        <p:nvSpPr>
          <p:cNvPr id="25" name="Shape 23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STATUS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project has a working product experience and a clear path to full marketplace operations.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Separating today’s implementation from the next release keeps the presentation honest and actionable.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4871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NOW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82512" y="248716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FULL-STACK MILESTONE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3031236"/>
            <a:ext cx="91440" cy="91440"/>
          </a:xfrm>
          <a:prstGeom prst="ellipse">
            <a:avLst/>
          </a:prstGeom>
          <a:solidFill>
            <a:srgbClr val="17382E"/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29718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React marketplace UI</a:t>
            </a:r>
            <a:endParaRPr lang="en-US" sz="1420" dirty="0"/>
          </a:p>
        </p:txBody>
      </p:sp>
      <p:sp>
        <p:nvSpPr>
          <p:cNvPr id="11" name="Shape 9"/>
          <p:cNvSpPr/>
          <p:nvPr/>
        </p:nvSpPr>
        <p:spPr>
          <a:xfrm>
            <a:off x="658368" y="3543300"/>
            <a:ext cx="91440" cy="91440"/>
          </a:xfrm>
          <a:prstGeom prst="ellipse">
            <a:avLst/>
          </a:prstGeom>
          <a:solidFill>
            <a:srgbClr val="17382E"/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348386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catalog browsing &amp; filtering</a:t>
            </a:r>
            <a:endParaRPr lang="en-US" sz="1420" dirty="0"/>
          </a:p>
        </p:txBody>
      </p:sp>
      <p:sp>
        <p:nvSpPr>
          <p:cNvPr id="13" name="Shape 11"/>
          <p:cNvSpPr/>
          <p:nvPr/>
        </p:nvSpPr>
        <p:spPr>
          <a:xfrm>
            <a:off x="658368" y="4055364"/>
            <a:ext cx="91440" cy="91440"/>
          </a:xfrm>
          <a:prstGeom prst="ellipse">
            <a:avLst/>
          </a:prstGeom>
          <a:solidFill>
            <a:srgbClr val="17382E"/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" y="399592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wishlist, cart, and modal details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658368" y="4567428"/>
            <a:ext cx="91440" cy="91440"/>
          </a:xfrm>
          <a:prstGeom prst="ellipse">
            <a:avLst/>
          </a:prstGeom>
          <a:solidFill>
            <a:srgbClr val="17382E"/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" y="45079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Sell-request and newsletter forms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658368" y="5079492"/>
            <a:ext cx="91440" cy="91440"/>
          </a:xfrm>
          <a:prstGeom prst="ellipse">
            <a:avLst/>
          </a:prstGeom>
          <a:solidFill>
            <a:srgbClr val="17382E"/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" y="50200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+ MongoDB product API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6382512" y="3031236"/>
            <a:ext cx="91440" cy="91440"/>
          </a:xfrm>
          <a:prstGeom prst="ellipse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9718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JWT authentication and user profiles</a:t>
            </a:r>
            <a:endParaRPr lang="en-US" sz="1420" dirty="0"/>
          </a:p>
        </p:txBody>
      </p:sp>
      <p:sp>
        <p:nvSpPr>
          <p:cNvPr id="21" name="Shape 19"/>
          <p:cNvSpPr/>
          <p:nvPr/>
        </p:nvSpPr>
        <p:spPr>
          <a:xfrm>
            <a:off x="6382512" y="3543300"/>
            <a:ext cx="91440" cy="91440"/>
          </a:xfrm>
          <a:prstGeom prst="ellipse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483864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product creation from the seller dashboard</a:t>
            </a:r>
            <a:endParaRPr lang="en-US" sz="1420" dirty="0"/>
          </a:p>
        </p:txBody>
      </p:sp>
      <p:sp>
        <p:nvSpPr>
          <p:cNvPr id="23" name="Shape 21"/>
          <p:cNvSpPr/>
          <p:nvPr/>
        </p:nvSpPr>
        <p:spPr>
          <a:xfrm>
            <a:off x="6382512" y="4055364"/>
            <a:ext cx="91440" cy="91440"/>
          </a:xfrm>
          <a:prstGeom prst="ellipse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399592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Orders, payments, and purchase history</a:t>
            </a:r>
            <a:endParaRPr lang="en-US" sz="1420" dirty="0"/>
          </a:p>
        </p:txBody>
      </p:sp>
      <p:sp>
        <p:nvSpPr>
          <p:cNvPr id="25" name="Shape 23"/>
          <p:cNvSpPr/>
          <p:nvPr/>
        </p:nvSpPr>
        <p:spPr>
          <a:xfrm>
            <a:off x="6382512" y="4567428"/>
            <a:ext cx="91440" cy="91440"/>
          </a:xfrm>
          <a:prstGeom prst="ellipse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450799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listing review and user management</a:t>
            </a:r>
            <a:endParaRPr lang="en-US" sz="1420" dirty="0"/>
          </a:p>
        </p:txBody>
      </p:sp>
      <p:sp>
        <p:nvSpPr>
          <p:cNvPr id="27" name="Shape 25"/>
          <p:cNvSpPr/>
          <p:nvPr/>
        </p:nvSpPr>
        <p:spPr>
          <a:xfrm>
            <a:off x="6382512" y="5079492"/>
            <a:ext cx="91440" cy="91440"/>
          </a:xfrm>
          <a:prstGeom prst="ellipse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5020056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dirty="0">
                <a:solidFill>
                  <a:srgbClr val="123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 image storage and production deployment</a:t>
            </a:r>
            <a:endParaRPr lang="en-US" sz="1420" dirty="0"/>
          </a:p>
        </p:txBody>
      </p:sp>
      <p:sp>
        <p:nvSpPr>
          <p:cNvPr id="29" name="Shape 27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5216" y="329184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55680" y="31089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85216" y="8046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Next, RetroFit can become a complete trusted marketplace.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" y="1508760"/>
            <a:ext cx="9966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product experience is the base for secure transactions, seller tools, and moderation.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85216" y="1993392"/>
            <a:ext cx="11018520" cy="10973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NEXT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73368" y="2468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AFTER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9443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29260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accounts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43000" y="3300984"/>
            <a:ext cx="4224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Registration, login, and role-based access.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07822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405993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operations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43000" y="4434840"/>
            <a:ext cx="4224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listings to the live API and add seller controls.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73368" y="2944368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76288" y="29260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trust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876288" y="3300984"/>
            <a:ext cx="4224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 approval, reviews, and order history.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73368" y="4078224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D60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76288" y="405993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3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features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876288" y="4434840"/>
            <a:ext cx="42245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Payments, messaging, recommendations, and analytics.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532120"/>
            <a:ext cx="10972800" cy="18288"/>
          </a:xfrm>
          <a:prstGeom prst="rect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7424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738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RetroFit turns a smaller wardrobe decision into a more sustainable fashion habit.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585216" y="6455664"/>
            <a:ext cx="11018520" cy="9144"/>
          </a:xfrm>
          <a:prstGeom prst="rect">
            <a:avLst/>
          </a:prstGeom>
          <a:solidFill>
            <a:srgbClr val="DADBD2"/>
          </a:solidFill>
          <a:ln w="12700">
            <a:solidFill>
              <a:srgbClr val="DADBD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" y="6528816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70" kern="0" dirty="0">
                <a:solidFill>
                  <a:srgbClr val="6572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 •  FASHION WITH A FUTURE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8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HUVA\Documents\Web Development Project\retrofit\client\src\assets\community\community-reading-room.jpg">    </p:cNvPr>
          <p:cNvPicPr>
            <a:picLocks noChangeAspect="1"/>
          </p:cNvPicPr>
          <p:nvPr/>
        </p:nvPicPr>
        <p:blipFill>
          <a:blip r:embed="rId1"/>
          <a:srcRect l="172491" r="-172491" t="0" b="0"/>
          <a:stretch/>
        </p:blipFill>
        <p:spPr>
          <a:xfrm>
            <a:off x="7717536" y="0"/>
            <a:ext cx="4474159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17536" y="0"/>
            <a:ext cx="4474159" cy="6858000"/>
          </a:xfrm>
          <a:prstGeom prst="rect">
            <a:avLst/>
          </a:prstGeom>
          <a:solidFill>
            <a:srgbClr val="17382E">
              <a:alpha val="58000"/>
            </a:srgbClr>
          </a:solidFill>
          <a:ln w="12700">
            <a:solidFill>
              <a:srgbClr val="17382E">
                <a:alpha val="0"/>
              </a:srgbClr>
            </a:solidFill>
            <a:prstDash val="solid"/>
          </a:ln>
        </p:spPr>
      </p:sp>
      <p:pic>
        <p:nvPicPr>
          <p:cNvPr id="4" name="Image 1" descr="C:\Users\SHUVA\Documents\Web Development Project\retrofit\client\src\assets\retrofit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r="0" t="0" b="0"/>
          <a:stretch/>
        </p:blipFill>
        <p:spPr>
          <a:xfrm>
            <a:off x="658368" y="530352"/>
            <a:ext cx="1645920" cy="4206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6656" y="1664208"/>
            <a:ext cx="62727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better next chapter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good garment.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713232" y="3328416"/>
            <a:ext cx="5925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9E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RetroFit combines an engaging React marketplace with a scalable Express and MongoDB foundation—making sustainable fashion easier to discover, share, and grow.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704088" y="4983480"/>
            <a:ext cx="1024128" cy="27432"/>
          </a:xfrm>
          <a:prstGeom prst="rect">
            <a:avLst/>
          </a:prstGeom>
          <a:solidFill>
            <a:srgbClr val="EDC783"/>
          </a:solidFill>
          <a:ln w="12700">
            <a:solidFill>
              <a:srgbClr val="EDC783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13232" y="52212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EDC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13232" y="60990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E9E4D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Fashion with a future.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RetroFit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RetroFit — Fashion with a Future</dc:title>
  <dc:subject>RetroFit project presentation</dc:subject>
  <dc:creator>RetroFit Team</dc:creator>
  <cp:lastModifiedBy>RetroFit Team</cp:lastModifiedBy>
  <cp:revision>1</cp:revision>
  <dcterms:created xsi:type="dcterms:W3CDTF">2026-08-30T07:15:55Z</dcterms:created>
  <dcterms:modified xsi:type="dcterms:W3CDTF">2026-08-30T07:15:55Z</dcterms:modified>
</cp:coreProperties>
</file>