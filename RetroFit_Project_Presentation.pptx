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HUVA\Documents\Web Development Project\retrofit\client\src\assets\hero.png">    </p:cNvPr>
          <p:cNvPicPr>
            <a:picLocks noChangeAspect="1"/>
          </p:cNvPicPr>
          <p:nvPr/>
        </p:nvPicPr>
        <p:blipFill>
          <a:blip r:embed="rId1"/>
          <a:srcRect l="138814" r="-138814" t="0" b="0"/>
          <a:stretch/>
        </p:blipFill>
        <p:spPr>
          <a:xfrm>
            <a:off x="7086600" y="0"/>
            <a:ext cx="5105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17382E">
              <a:alpha val="52000"/>
            </a:srgbClr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pic>
        <p:nvPicPr>
          <p:cNvPr id="4" name="Image 1" descr="C:\Users\SHUVA\Documents\Web Development Project\retrofit\client\src\assets\retrofit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621792" y="475488"/>
            <a:ext cx="1554480" cy="3931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1444752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sustainable marketplace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pre-owned fashion.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94944" y="327355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connects people who want to pass on quality clothing with shoppers looking for affordable style.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85800" y="4754880"/>
            <a:ext cx="987552" cy="27432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4944" y="49651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EDC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  •  2026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94944" y="6080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 with a future.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clothing should not become waste.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is designed around a simple opportunity: make reuse visible, affordable, and easy.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054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quality garments leave wardrobes without finding a new owner.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36758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same time, students and budget-conscious shoppers need stylish options at accessible prices.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02352" y="2468880"/>
            <a:ext cx="10973" cy="3310128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10" name="Image 0" descr="C:\Users\SHUVA\Documents\Web Development Project\retrofit\client\src\assets\community\community-aesthetic.jpg">    </p:cNvPr>
          <p:cNvPicPr>
            <a:picLocks noChangeAspect="1"/>
          </p:cNvPicPr>
          <p:nvPr/>
        </p:nvPicPr>
        <p:blipFill>
          <a:blip r:embed="rId1"/>
          <a:srcRect l="217986" r="-217986" t="71237" b="-71237"/>
          <a:stretch/>
        </p:blipFill>
        <p:spPr>
          <a:xfrm>
            <a:off x="5541264" y="2423160"/>
            <a:ext cx="2542032" cy="3401568"/>
          </a:xfrm>
          <a:prstGeom prst="rect">
            <a:avLst/>
          </a:prstGeom>
        </p:spPr>
      </p:pic>
      <p:pic>
        <p:nvPicPr>
          <p:cNvPr id="11" name="Image 1" descr="C:\Users\SHUVA\Documents\Web Development Project\retrofit\client\src\assets\community\community-courtyard.jpg">    </p:cNvPr>
          <p:cNvPicPr>
            <a:picLocks noChangeAspect="1"/>
          </p:cNvPicPr>
          <p:nvPr/>
        </p:nvPicPr>
        <p:blipFill>
          <a:blip r:embed="rId2"/>
          <a:srcRect l="302667" r="-302667" t="71237" b="-71237"/>
          <a:stretch/>
        </p:blipFill>
        <p:spPr>
          <a:xfrm>
            <a:off x="8302752" y="2423160"/>
            <a:ext cx="2743200" cy="3401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559552" y="61173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garments  →  thoughtful shoppers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RetroFit gives pre-loved fashion a clear next step.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responsive marketplace experience that supports discovery, transparency, and circulation.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7" name="Image 0" descr="C:\Users\SHUVA\Documents\Web Development Project\retrofit\client\src\assets\women-hero.jpg">    </p:cNvPr>
          <p:cNvPicPr>
            <a:picLocks noChangeAspect="1"/>
          </p:cNvPicPr>
          <p:nvPr/>
        </p:nvPicPr>
        <p:blipFill>
          <a:blip r:embed="rId1"/>
          <a:srcRect l="16268" r="-16268" t="64824" b="-64824"/>
          <a:stretch/>
        </p:blipFill>
        <p:spPr>
          <a:xfrm>
            <a:off x="621792" y="2359152"/>
            <a:ext cx="3822192" cy="36393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5138928"/>
            <a:ext cx="3822192" cy="859536"/>
          </a:xfrm>
          <a:prstGeom prst="rect">
            <a:avLst/>
          </a:prstGeom>
          <a:solidFill>
            <a:srgbClr val="12372A">
              <a:alpha val="87000"/>
            </a:srgbClr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3583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9536" y="5559552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categories and detailed products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10912" y="2468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marketplace brings together: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10912" y="3072384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66944" y="2999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 finds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66944" y="3273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Pre-owned styles across women, men, and kids.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10912" y="3904488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66944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information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66944" y="41056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Price, size, material, condition, and use history.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10912" y="4736592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66944" y="4663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selling pathway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66944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easy request form to start rehoming an item.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is simple for both sides of the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interaction moves clothing closer to its next useful life.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Women, Men, and Kids collections by category.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product to check price, brand, size, material, and condition.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or buy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favourite finds to wishlist or place them in the cart.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834640"/>
            <a:ext cx="2148840" cy="18288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clothing details and a photo through the selling form.</a:t>
            </a:r>
            <a:endParaRPr lang="en-US" sz="1300" dirty="0"/>
          </a:p>
        </p:txBody>
      </p:sp>
      <p:pic>
        <p:nvPicPr>
          <p:cNvPr id="23" name="Image 0" descr="C:\Users\SHUVA\Documents\Web Development Project\retrofit\client\src\assets\products\sarees\monipuri-purple.jpg">    </p:cNvPr>
          <p:cNvPicPr>
            <a:picLocks noChangeAspect="1"/>
          </p:cNvPicPr>
          <p:nvPr/>
        </p:nvPicPr>
        <p:blipFill>
          <a:blip r:embed="rId1"/>
          <a:srcRect l="29661" r="-29661" t="625556" b="-625556"/>
          <a:stretch/>
        </p:blipFill>
        <p:spPr>
          <a:xfrm>
            <a:off x="640080" y="5148072"/>
            <a:ext cx="2157984" cy="822960"/>
          </a:xfrm>
          <a:prstGeom prst="rect">
            <a:avLst/>
          </a:prstGeom>
        </p:spPr>
      </p:pic>
      <p:pic>
        <p:nvPicPr>
          <p:cNvPr id="24" name="Image 1" descr="C:\Users\SHUVA\Documents\Web Development Project\retrofit\client\src\assets\products\shirts\white-linen.jpg">    </p:cNvPr>
          <p:cNvPicPr>
            <a:picLocks noChangeAspect="1"/>
          </p:cNvPicPr>
          <p:nvPr/>
        </p:nvPicPr>
        <p:blipFill>
          <a:blip r:embed="rId2"/>
          <a:srcRect l="161017" r="-161017" t="625556" b="-625556"/>
          <a:stretch/>
        </p:blipFill>
        <p:spPr>
          <a:xfrm>
            <a:off x="3474720" y="5148072"/>
            <a:ext cx="2157984" cy="822960"/>
          </a:xfrm>
          <a:prstGeom prst="rect">
            <a:avLst/>
          </a:prstGeom>
        </p:spPr>
      </p:pic>
      <p:pic>
        <p:nvPicPr>
          <p:cNvPr id="25" name="Image 2" descr="C:\Users\SHUVA\Documents\Web Development Project\retrofit\client\src\assets\products\newborn\pink-bow-romper.jpg">    </p:cNvPr>
          <p:cNvPicPr>
            <a:picLocks noChangeAspect="1"/>
          </p:cNvPicPr>
          <p:nvPr/>
        </p:nvPicPr>
        <p:blipFill>
          <a:blip r:embed="rId3"/>
          <a:srcRect l="292373" r="-292373" t="625556" b="-625556"/>
          <a:stretch/>
        </p:blipFill>
        <p:spPr>
          <a:xfrm>
            <a:off x="6309360" y="5148072"/>
            <a:ext cx="2157984" cy="822960"/>
          </a:xfrm>
          <a:prstGeom prst="rect">
            <a:avLst/>
          </a:prstGeom>
        </p:spPr>
      </p:pic>
      <p:pic>
        <p:nvPicPr>
          <p:cNvPr id="26" name="Image 3" descr="C:\Users\SHUVA\Documents\Web Development Project\retrofit\client\src\assets\products\kurtis\ruby-red.jpg">    </p:cNvPr>
          <p:cNvPicPr>
            <a:picLocks noChangeAspect="1"/>
          </p:cNvPicPr>
          <p:nvPr/>
        </p:nvPicPr>
        <p:blipFill>
          <a:blip r:embed="rId4"/>
          <a:srcRect l="423729" r="-423729" t="625556" b="-625556"/>
          <a:stretch/>
        </p:blipFill>
        <p:spPr>
          <a:xfrm>
            <a:off x="9144000" y="5148072"/>
            <a:ext cx="2157984" cy="8229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product already delivers a polished shopping 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focuses on product discovery and a clear, trust-building presentation.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7" name="Image 0" descr="C:\Users\SHUVA\Documents\Web Development Project\retrofit\client\src\assets\homepage.jpg">    </p:cNvPr>
          <p:cNvPicPr>
            <a:picLocks noChangeAspect="1"/>
          </p:cNvPicPr>
          <p:nvPr/>
        </p:nvPicPr>
        <p:blipFill>
          <a:blip r:embed="rId1"/>
          <a:srcRect l="11525" r="-11525" t="65482" b="-65482"/>
          <a:stretch/>
        </p:blipFill>
        <p:spPr>
          <a:xfrm>
            <a:off x="621792" y="2359152"/>
            <a:ext cx="539496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55664" y="24414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729984" y="2441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navigation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05088" y="24414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Women, Men, and Kids sections with category filters.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6455664" y="3246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29984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details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05088" y="3246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view with image zoom and key garment attributes.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455664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729984" y="40507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Shopping actions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05088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Wishlist, cart, search, and newsletter interactions.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455664" y="48554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29984" y="48554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styling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05088" y="48554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adapt for desktop and mobile screens.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MERN foundation supports the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implemented backend exposes a focused product API while the React app powers the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587752"/>
            <a:ext cx="2999232" cy="27432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8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CSS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79392" y="2587752"/>
            <a:ext cx="2999232" cy="27432"/>
          </a:xfrm>
          <a:prstGeom prst="rect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4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+ dotenv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6992" y="2587752"/>
            <a:ext cx="2999232" cy="27432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369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Mongoose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schema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" y="5148072"/>
            <a:ext cx="10972800" cy="18288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5394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PRODUCT ENDPOINTS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57150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/api/products     GET  /api/products/:id     POST  /api/products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separates the customer experience from product data.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client–API–database path keeps responsibilities clear as the product grows.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0048" y="4014216"/>
            <a:ext cx="1527048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0256" y="4014216"/>
            <a:ext cx="1527048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0792" y="3886200"/>
            <a:ext cx="164592" cy="256032"/>
          </a:xfrm>
          <a:prstGeom prst="chevron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3886200"/>
            <a:ext cx="164592" cy="256032"/>
          </a:xfrm>
          <a:prstGeom prst="chevron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34640"/>
            <a:ext cx="2898648" cy="2231136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34640"/>
            <a:ext cx="2898648" cy="36576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Vite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browsing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&amp; wishlist UI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 request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36008" y="2834640"/>
            <a:ext cx="2898648" cy="2231136"/>
          </a:xfrm>
          <a:prstGeom prst="rect">
            <a:avLst/>
          </a:prstGeom>
          <a:solidFill>
            <a:srgbClr val="F6E9E4"/>
          </a:solidFill>
          <a:ln w="12700">
            <a:solidFill>
              <a:srgbClr val="F6E9E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2834640"/>
            <a:ext cx="2898648" cy="36576"/>
          </a:xfrm>
          <a:prstGeom prst="rect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API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82896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handlers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86216" y="2834640"/>
            <a:ext cx="2898648" cy="2231136"/>
          </a:xfrm>
          <a:prstGeom prst="rect">
            <a:avLst/>
          </a:prstGeom>
          <a:solidFill>
            <a:srgbClr val="EEF1EA"/>
          </a:solidFill>
          <a:ln w="12700">
            <a:solidFill>
              <a:srgbClr val="EEF1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86216" y="2834640"/>
            <a:ext cx="2898648" cy="36576"/>
          </a:xfrm>
          <a:prstGeom prst="rect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33104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33104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records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&amp; condition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URL fields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58698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deployment target: Vercel for the frontend • Render for the backend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Next, RetroFit can become a complete trusted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product experience is the base for secure transactions, seller tools, and moderation.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73368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accounts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3300984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login, and role-based access.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0782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40599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operations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3000" y="4434840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listings to the live API and add seller controls.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2944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76288" y="2926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trust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76288" y="3300984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approval, reviews, and order history.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3368" y="40782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76288" y="40599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features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76288" y="4434840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messaging, recommendations, and analytics.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972800" cy="18288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RetroFit turns a smaller wardrobe decision into a more sustainable fashion habit.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RetroFit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RetroFit — Fashion with a Future</dc:title>
  <dc:subject>RetroFit project presentation</dc:subject>
  <dc:creator>RetroFit Team</dc:creator>
  <cp:lastModifiedBy>RetroFit Team</cp:lastModifiedBy>
  <cp:revision>1</cp:revision>
  <dcterms:created xsi:type="dcterms:W3CDTF">2026-08-30T07:08:33Z</dcterms:created>
  <dcterms:modified xsi:type="dcterms:W3CDTF">2026-08-30T07:08:33Z</dcterms:modified>
</cp:coreProperties>
</file>